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함수·메타데이터 → 도구 레지스트리(검토 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724400"/>
            <a:ext cx="585216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552297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
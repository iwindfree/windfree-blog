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노드·에지·State. 고정/조건부/병렬/반복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오류 + 통제 규칙 위반을 실행 전에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단위 실행, State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저장 지점부터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사람/외부/시각. 기한이 지나면 다른 경로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독립, 출력 형식 강제와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메타데이터(등급, 권한)로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노드 동시 실행, 결과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workflow. 협업도 이것으로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미들웨어로 전후에 끼워 넣기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노드·모델·도구 호출의 시간/토큰/비용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 run은 시작 버전으로 끝까지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사용자의 여러 run을 이어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LLM·외부 시스템 없이 흐름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조회, 취소, 특정 단계부터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 (측정 기준과 함께)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548640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장애·재배포에도 run 유실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유실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실행해도 외부 변경은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 확인 없이 실행 안 됨. 개발자가 끌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호출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 보존, 기다리는 동안 자원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run이 점유한 스레드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입력·도구 결과에 악의적 지시문 가정, 최소 권한, 개인정보 가림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run·turn 단위 상한, 넘는 호출은 보내기 전에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 오버헤드가 응답 시간을 지배하지 않음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노드당 오버헤드 p95 50ms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서버를 늘리면 처리량 증가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모델·도구 호출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없이 모든 경로를 결정적으로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테스트의 LLM 호출 0회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저장소·모델 제공자를 코드 수정 없이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엔진 코드 변경 0줄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/ 명세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에지로 정의한 방향 그래프 / compile이 뽑은 구조 데이터(노드, 선언, 에지, 예산, 코드 해시)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/ step / call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입력으로 한 번 실행 / run 안의 노드 실행 한 번 / step 안의 모델·도구 호출 한 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동안 노드들이 공유하는 데이터. 노드는 바뀐 키만 돌려준다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왔는지 적은 기록. 노드가 끝날 때, 멈출 때, 합류할 때, 끝날 때 저장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요청(대기 요청)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멈추면서 바깥에 보낸 요청: 종류, 응답자, 응답 형식, 승인 대상, 기한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 / 세션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실행이나 재개를 한 번 요청해 결과를 받는 구간 / 한 사용자와 이어지는 대화(run 여러 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none(조회) · reversible(취소 도구로 되돌림) · irreversible(송금, 환불, 문자 발송)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approval인 노드. 되돌릴 수 없는 도구 앞에 반드시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적는 기록. 유효 시간이 지나면 저절로 풀림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실행·노드·모델 호출·도구 호출의 길목에 끼워 넣는 공통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666952" y="1237334"/>
            <a:ext cx="6827616" cy="1120429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66952" y="1237334"/>
            <a:ext cx="840322" cy="1120429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28140" y="1675001"/>
            <a:ext cx="717945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744" dirty="0"/>
          </a:p>
        </p:txBody>
      </p:sp>
      <p:sp>
        <p:nvSpPr>
          <p:cNvPr id="7" name="Shape 5"/>
          <p:cNvSpPr/>
          <p:nvPr/>
        </p:nvSpPr>
        <p:spPr>
          <a:xfrm>
            <a:off x="3647327" y="1321366"/>
            <a:ext cx="3221234" cy="952365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7620">
            <a:solidFill>
              <a:srgbClr val="CBD5E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716476" y="1393602"/>
            <a:ext cx="108293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717354" y="1559457"/>
            <a:ext cx="980376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65176" y="1682004"/>
            <a:ext cx="684731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3841458" y="1841774"/>
            <a:ext cx="73216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802341" y="1974825"/>
            <a:ext cx="8104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767757" y="1559457"/>
            <a:ext cx="980376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19" y="1682004"/>
            <a:ext cx="878252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4805484" y="1841774"/>
            <a:ext cx="90492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노드와 에지를 등록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4733118" y="1974825"/>
            <a:ext cx="10496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 검사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818159" y="1559457"/>
            <a:ext cx="980376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25368" y="1682004"/>
            <a:ext cx="565959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5870253" y="1841774"/>
            <a:ext cx="87618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5831207" y="1974825"/>
            <a:ext cx="954280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등급, 권한, 되돌리기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7008616" y="1321366"/>
            <a:ext cx="2380912" cy="952365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7620">
            <a:solidFill>
              <a:srgbClr val="CBD5E0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7763929" y="1393602"/>
            <a:ext cx="87028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78642" y="1559457"/>
            <a:ext cx="700268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17665" y="1738026"/>
            <a:ext cx="422224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7179686" y="1883790"/>
            <a:ext cx="49818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7132426" y="2002836"/>
            <a:ext cx="59270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848938" y="1559457"/>
            <a:ext cx="700268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87960" y="1738026"/>
            <a:ext cx="422224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7841131" y="1897796"/>
            <a:ext cx="71588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8619233" y="1559457"/>
            <a:ext cx="700268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31269" y="1738026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8611426" y="1897796"/>
            <a:ext cx="71588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2666952" y="2497817"/>
            <a:ext cx="6827616" cy="1750671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7620">
            <a:solidFill>
              <a:srgbClr val="BEE3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66952" y="2497817"/>
            <a:ext cx="840322" cy="1750671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864195" y="3229597"/>
            <a:ext cx="445836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744" dirty="0"/>
          </a:p>
        </p:txBody>
      </p:sp>
      <p:sp>
        <p:nvSpPr>
          <p:cNvPr id="36" name="Text 34"/>
          <p:cNvSpPr txBox="1"/>
          <p:nvPr/>
        </p:nvSpPr>
        <p:spPr>
          <a:xfrm>
            <a:off x="2770493" y="3382364"/>
            <a:ext cx="633240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3647327" y="2602857"/>
            <a:ext cx="1960751" cy="154059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4005">
            <a:solidFill>
              <a:srgbClr val="2B6CB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44723" y="2690391"/>
            <a:ext cx="565959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3971907" y="2822150"/>
            <a:ext cx="131159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3787381" y="2988005"/>
            <a:ext cx="1680644" cy="182070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7620">
            <a:solidFill>
              <a:srgbClr val="90CDF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764540" y="3032230"/>
            <a:ext cx="62143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3787381" y="3219093"/>
            <a:ext cx="1680644" cy="182070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7620">
            <a:solidFill>
              <a:srgbClr val="90CDF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089" y="3263319"/>
            <a:ext cx="117134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3787381" y="3450182"/>
            <a:ext cx="1680644" cy="182070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7620">
            <a:solidFill>
              <a:srgbClr val="90CDF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3395" y="3494407"/>
            <a:ext cx="115135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3787381" y="3681270"/>
            <a:ext cx="1680644" cy="182070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7620">
            <a:solidFill>
              <a:srgbClr val="90CDF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739421" y="3725496"/>
            <a:ext cx="839135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3787381" y="3912359"/>
            <a:ext cx="1680644" cy="182070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7620">
            <a:solidFill>
              <a:srgbClr val="90CDF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667838" y="3956585"/>
            <a:ext cx="14595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888186" y="2602857"/>
            <a:ext cx="2170832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690622" y="2725404"/>
            <a:ext cx="565959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0" dirty="0"/>
          </a:p>
        </p:txBody>
      </p:sp>
      <p:sp>
        <p:nvSpPr>
          <p:cNvPr id="52" name="Text 50"/>
          <p:cNvSpPr txBox="1"/>
          <p:nvPr/>
        </p:nvSpPr>
        <p:spPr>
          <a:xfrm>
            <a:off x="6259202" y="2885174"/>
            <a:ext cx="142879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6303440" y="3018225"/>
            <a:ext cx="1340325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8269099" y="2602857"/>
            <a:ext cx="1120429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8436096" y="2690391"/>
            <a:ext cx="786434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8220777" y="2843158"/>
            <a:ext cx="121707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8394241" y="2969206"/>
            <a:ext cx="87014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en-US" sz="700" dirty="0"/>
          </a:p>
        </p:txBody>
      </p:sp>
      <p:sp>
        <p:nvSpPr>
          <p:cNvPr id="58" name="Text 56"/>
          <p:cNvSpPr txBox="1"/>
          <p:nvPr/>
        </p:nvSpPr>
        <p:spPr>
          <a:xfrm>
            <a:off x="8376852" y="3088252"/>
            <a:ext cx="90492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5888186" y="3373152"/>
            <a:ext cx="2170832" cy="77029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80385" y="3474691"/>
            <a:ext cx="786434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6100069" y="3641464"/>
            <a:ext cx="17470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en-US" sz="700" dirty="0"/>
          </a:p>
        </p:txBody>
      </p:sp>
      <p:sp>
        <p:nvSpPr>
          <p:cNvPr id="62" name="Text 60"/>
          <p:cNvSpPr txBox="1"/>
          <p:nvPr/>
        </p:nvSpPr>
        <p:spPr>
          <a:xfrm>
            <a:off x="5971554" y="3781517"/>
            <a:ext cx="200409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en-US" sz="700" dirty="0"/>
          </a:p>
        </p:txBody>
      </p:sp>
      <p:sp>
        <p:nvSpPr>
          <p:cNvPr id="63" name="Text 61"/>
          <p:cNvSpPr txBox="1"/>
          <p:nvPr/>
        </p:nvSpPr>
        <p:spPr>
          <a:xfrm>
            <a:off x="6228656" y="3914568"/>
            <a:ext cx="148989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8269099" y="3373152"/>
            <a:ext cx="1120429" cy="77029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364193" y="3530713"/>
            <a:ext cx="930241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8268002" y="3697485"/>
            <a:ext cx="112262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en-US" sz="700" dirty="0"/>
          </a:p>
        </p:txBody>
      </p:sp>
      <p:sp>
        <p:nvSpPr>
          <p:cNvPr id="67" name="Text 65"/>
          <p:cNvSpPr txBox="1"/>
          <p:nvPr/>
        </p:nvSpPr>
        <p:spPr>
          <a:xfrm>
            <a:off x="8332615" y="3830536"/>
            <a:ext cx="99339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2666952" y="4388541"/>
            <a:ext cx="6827616" cy="1050403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7620">
            <a:solidFill>
              <a:srgbClr val="C6E2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666952" y="4388541"/>
            <a:ext cx="840322" cy="1050403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687032" y="4784193"/>
            <a:ext cx="800161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en-US" sz="744" dirty="0"/>
          </a:p>
        </p:txBody>
      </p:sp>
      <p:sp>
        <p:nvSpPr>
          <p:cNvPr id="71" name="Text 69"/>
          <p:cNvSpPr txBox="1"/>
          <p:nvPr/>
        </p:nvSpPr>
        <p:spPr>
          <a:xfrm>
            <a:off x="2864195" y="4924247"/>
            <a:ext cx="445836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en-US" sz="744" dirty="0"/>
          </a:p>
        </p:txBody>
      </p:sp>
      <p:sp>
        <p:nvSpPr>
          <p:cNvPr id="72" name="Shape 70"/>
          <p:cNvSpPr/>
          <p:nvPr/>
        </p:nvSpPr>
        <p:spPr>
          <a:xfrm>
            <a:off x="3647327" y="4472573"/>
            <a:ext cx="1960751" cy="882338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7620">
            <a:solidFill>
              <a:srgbClr val="CBD5E0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4156928" y="4530805"/>
            <a:ext cx="94154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3731360" y="4696659"/>
            <a:ext cx="854327" cy="28010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3633875" y="4782901"/>
            <a:ext cx="104929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4669719" y="4696659"/>
            <a:ext cx="854327" cy="28010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706048" y="4782901"/>
            <a:ext cx="78166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731360" y="5032788"/>
            <a:ext cx="854327" cy="28010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3720429" y="5119030"/>
            <a:ext cx="87618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669719" y="5032788"/>
            <a:ext cx="854327" cy="28010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800533" y="5119030"/>
            <a:ext cx="59270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5888186" y="4472573"/>
            <a:ext cx="1680644" cy="882338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390410" y="4609126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700" dirty="0"/>
          </a:p>
        </p:txBody>
      </p:sp>
      <p:sp>
        <p:nvSpPr>
          <p:cNvPr id="84" name="Text 82"/>
          <p:cNvSpPr txBox="1"/>
          <p:nvPr/>
        </p:nvSpPr>
        <p:spPr>
          <a:xfrm>
            <a:off x="6058346" y="4796907"/>
            <a:ext cx="1340325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en-US" sz="700" dirty="0"/>
          </a:p>
        </p:txBody>
      </p:sp>
      <p:sp>
        <p:nvSpPr>
          <p:cNvPr id="85" name="Text 83"/>
          <p:cNvSpPr txBox="1"/>
          <p:nvPr/>
        </p:nvSpPr>
        <p:spPr>
          <a:xfrm>
            <a:off x="6370567" y="4936960"/>
            <a:ext cx="71588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6154857" y="5077014"/>
            <a:ext cx="11473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7708884" y="4472573"/>
            <a:ext cx="1680644" cy="882338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211107" y="4609126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700" dirty="0"/>
          </a:p>
        </p:txBody>
      </p:sp>
      <p:sp>
        <p:nvSpPr>
          <p:cNvPr id="89" name="Text 87"/>
          <p:cNvSpPr txBox="1"/>
          <p:nvPr/>
        </p:nvSpPr>
        <p:spPr>
          <a:xfrm>
            <a:off x="8096745" y="4796907"/>
            <a:ext cx="90492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en-US" sz="700" dirty="0"/>
          </a:p>
        </p:txBody>
      </p:sp>
      <p:sp>
        <p:nvSpPr>
          <p:cNvPr id="90" name="Text 88"/>
          <p:cNvSpPr txBox="1"/>
          <p:nvPr/>
        </p:nvSpPr>
        <p:spPr>
          <a:xfrm>
            <a:off x="8252856" y="4936960"/>
            <a:ext cx="59270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en-US" sz="700" dirty="0"/>
          </a:p>
        </p:txBody>
      </p:sp>
      <p:sp>
        <p:nvSpPr>
          <p:cNvPr id="91" name="Text 89"/>
          <p:cNvSpPr txBox="1"/>
          <p:nvPr/>
        </p:nvSpPr>
        <p:spPr>
          <a:xfrm>
            <a:off x="8144005" y="5077014"/>
            <a:ext cx="8104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2666952" y="5578997"/>
            <a:ext cx="6827616" cy="910349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7620">
            <a:solidFill>
              <a:srgbClr val="E8DCC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66952" y="5578997"/>
            <a:ext cx="840322" cy="910349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2864195" y="5904622"/>
            <a:ext cx="445836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en-US" sz="744" dirty="0"/>
          </a:p>
        </p:txBody>
      </p:sp>
      <p:sp>
        <p:nvSpPr>
          <p:cNvPr id="95" name="Text 93"/>
          <p:cNvSpPr txBox="1"/>
          <p:nvPr/>
        </p:nvSpPr>
        <p:spPr>
          <a:xfrm>
            <a:off x="2728140" y="6044676"/>
            <a:ext cx="717945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en-US" sz="744" dirty="0"/>
          </a:p>
        </p:txBody>
      </p:sp>
      <p:sp>
        <p:nvSpPr>
          <p:cNvPr id="96" name="Shape 94"/>
          <p:cNvSpPr/>
          <p:nvPr/>
        </p:nvSpPr>
        <p:spPr>
          <a:xfrm>
            <a:off x="3647327" y="5684038"/>
            <a:ext cx="1960751" cy="7002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4289605" y="5813587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</p:txBody>
      </p:sp>
      <p:sp>
        <p:nvSpPr>
          <p:cNvPr id="98" name="Text 96"/>
          <p:cNvSpPr txBox="1"/>
          <p:nvPr/>
        </p:nvSpPr>
        <p:spPr>
          <a:xfrm>
            <a:off x="3842005" y="5987363"/>
            <a:ext cx="157139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en-US" sz="700" dirty="0"/>
          </a:p>
        </p:txBody>
      </p:sp>
      <p:sp>
        <p:nvSpPr>
          <p:cNvPr id="99" name="Text 97"/>
          <p:cNvSpPr txBox="1"/>
          <p:nvPr/>
        </p:nvSpPr>
        <p:spPr>
          <a:xfrm>
            <a:off x="4054052" y="6120414"/>
            <a:ext cx="11473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5888186" y="5684038"/>
            <a:ext cx="1680644" cy="7002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390410" y="5883614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700" dirty="0"/>
          </a:p>
        </p:txBody>
      </p:sp>
      <p:sp>
        <p:nvSpPr>
          <p:cNvPr id="102" name="Text 100"/>
          <p:cNvSpPr txBox="1"/>
          <p:nvPr/>
        </p:nvSpPr>
        <p:spPr>
          <a:xfrm>
            <a:off x="6271922" y="6057390"/>
            <a:ext cx="91317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7708884" y="5684038"/>
            <a:ext cx="1680644" cy="7002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8211107" y="5883614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7729725" y="6057390"/>
            <a:ext cx="163896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4207542" y="2196701"/>
            <a:ext cx="914" cy="130717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207542" y="2327418"/>
            <a:ext cx="914" cy="130717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207542" y="2458135"/>
            <a:ext cx="914" cy="130717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09" name="Text 107"/>
          <p:cNvSpPr txBox="1"/>
          <p:nvPr/>
        </p:nvSpPr>
        <p:spPr>
          <a:xfrm>
            <a:off x="4174826" y="2377479"/>
            <a:ext cx="46425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533817" y="2280734"/>
            <a:ext cx="914" cy="154059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533817" y="2434793"/>
            <a:ext cx="914" cy="154059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" name="Text 110"/>
          <p:cNvSpPr txBox="1"/>
          <p:nvPr/>
        </p:nvSpPr>
        <p:spPr>
          <a:xfrm>
            <a:off x="7524128" y="2377479"/>
            <a:ext cx="26469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700" dirty="0"/>
          </a:p>
        </p:txBody>
      </p:sp>
      <p:sp>
        <p:nvSpPr>
          <p:cNvPr id="113" name="Shape 111"/>
          <p:cNvSpPr/>
          <p:nvPr/>
        </p:nvSpPr>
        <p:spPr>
          <a:xfrm flipH="1">
            <a:off x="5755135" y="2917978"/>
            <a:ext cx="133051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 flipH="1">
            <a:off x="5622084" y="2917978"/>
            <a:ext cx="133051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5" name="Text 113"/>
          <p:cNvSpPr txBox="1"/>
          <p:nvPr/>
        </p:nvSpPr>
        <p:spPr>
          <a:xfrm>
            <a:off x="5577382" y="2783635"/>
            <a:ext cx="26469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 flipH="1">
            <a:off x="8171061" y="2917978"/>
            <a:ext cx="98038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 flipH="1">
            <a:off x="8073023" y="2917978"/>
            <a:ext cx="98038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8" name="Shape 116"/>
          <p:cNvSpPr/>
          <p:nvPr/>
        </p:nvSpPr>
        <p:spPr>
          <a:xfrm>
            <a:off x="5608079" y="3758300"/>
            <a:ext cx="133051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741130" y="3758300"/>
            <a:ext cx="133051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8059018" y="3758300"/>
            <a:ext cx="98038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157056" y="3758300"/>
            <a:ext cx="98038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627703" y="4143447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627703" y="4301008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24" name="Text 122"/>
          <p:cNvSpPr txBox="1"/>
          <p:nvPr/>
        </p:nvSpPr>
        <p:spPr>
          <a:xfrm>
            <a:off x="4584992" y="4268204"/>
            <a:ext cx="55088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6728508" y="4143447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728508" y="4301008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27" name="Text 125"/>
          <p:cNvSpPr txBox="1"/>
          <p:nvPr/>
        </p:nvSpPr>
        <p:spPr>
          <a:xfrm>
            <a:off x="6690147" y="4268204"/>
            <a:ext cx="51318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7848938" y="4143447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848938" y="4301008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30" name="Text 128"/>
          <p:cNvSpPr txBox="1"/>
          <p:nvPr/>
        </p:nvSpPr>
        <p:spPr>
          <a:xfrm>
            <a:off x="7816919" y="4268204"/>
            <a:ext cx="45821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4627703" y="535491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4627703" y="551247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6728508" y="535491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6728508" y="551247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549206" y="535491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8549206" y="551247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852160" cy="658368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코드(정의, 도구 등록, 실행) · 응답하는 쪽(사용자, 승인자, 외부 시스템)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5852160" cy="658368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42316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852160" cy="658368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20040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5852160" cy="658368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97764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 → 명세, 정적 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 → 반영 → 다음 노드 → 예산 → 체크포인트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 자격·형식 확인 후 멈춘 run 재개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 지난 대기 만료, 잠금 풀린 running run 복구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처리. 필수는 끌 수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/ 도구 어댑터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별칭·형식·대체 / 시간 제한·재시도·호출량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 기록, run 단위 합산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 2 + 저장소 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workflow·도구 / 체크포인트·세션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892040"/>
            <a:ext cx="5852160" cy="1234440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946904"/>
            <a:ext cx="55229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방금 끝난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바깥을 바꾼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'바깥을 바꾼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바깥을 바꾼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
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27" r:id="rId78"/>
    <p:sldId id="316" r:id="rId62"/>
    <p:sldId id="317" r:id="rId63"/>
    <p:sldId id="321" r:id="rId67"/>
    <p:sldId id="318" r:id="rId64"/>
    <p:sldId id="319" r:id="rId65"/>
    <p:sldId id="328" r:id="rId79"/>
    <p:sldId id="322" r:id="rId68"/>
    <p:sldId id="320" r:id="rId66"/>
    <p:sldId id="329" r:id="rId80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본문 0~7장, 부록 A·B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 하나가 후보 여럿을 가리키면 질의(길이, 첨부, 데이터 등급, 힌트)에 따라 어댑터가 고름(5.1.6)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정의 API: workflow 빌더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되돌아가는 에지. addEdge의 to나 routes의 값으로 쓴다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하위 키: 상위 키 }, output = { 상위 키: 하위 키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workflow 빌더 함수 · A.7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addEdge의 도착 노드 자리나 routes의 값으로 쓴다.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A.2 노드 안에서 쓰는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함수가 실행 중에 부르는 API. 모델과 도구는 이 API로만 부른다. 노드 함수의 형태는 A.4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null, hint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hint는 모델 선택에 참고할 정보(예: effort)다.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요청을 낸다. 응답이 없으면 노드를 끝내고 run을 멈추며, 재개 후 다시 실행되면 받은 응답을 돌려준다. 응답을 붙잡고 기다리지 않는다.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실행 API · A.8.2 실행 결과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요청(A.8.1),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A.8.1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A.1.2 도구 등록 · A.5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구현할 함수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구성: API · 구현 인터페이스 · 데이터 형식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API는 프레임워크가 제공해 부르고, 구현 인터페이스는 사용하는 쪽이 구현해 프레임워크가 부르며, 데이터 형식은 둘이 주고받는 값</a:t>
            </a:r>
            <a:endParaRPr lang="en-US" sz="14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600200"/>
          <a:ext cx="11239500" cy="2571750"/>
        </p:xfrm>
        <a:graphic>
          <a:graphicData uri="http://schemas.openxmlformats.org/drawingml/2006/table">
            <a:tbl>
              <a:tblPr/>
              <a:tblGrid>
                <a:gridCol w="666750"/>
                <a:gridCol w="3429000"/>
                <a:gridCol w="1619250"/>
                <a:gridCol w="2952750"/>
                <a:gridCol w="25717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API(workflow 빌더, 도구 등록)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개발자, 플랫폼팀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안에서 쓰는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서버, 운영 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함수와 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플랫폼팀, 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개발자가 선언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요청과 응답, 실행 결과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응용 서버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정함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노드 함수와 에지 함수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nodeFn(state) -&gt; 변경분  ·  function edgeFn(state) -&gt; 노드 이름(targets 가운데 하나)</a:t>
            </a:r>
            <a:endParaRPr lang="en-US" sz="1400" dirty="0"/>
          </a:p>
        </p:txBody>
      </p:sp>
      <p:graphicFrame>
        <p:nvGraphicFramePr>
          <p:cNvPr id="901" name="Table 901"/>
          <p:cNvGraphicFramePr>
            <a:graphicFrameLocks noGrp="1"/>
          </p:cNvGraphicFramePr>
          <p:nvPr/>
        </p:nvGraphicFramePr>
        <p:xfrm>
          <a:off x="457200" y="1600200"/>
          <a:ext cx="11239500" cy="2000250"/>
        </p:xfrm>
        <a:graphic>
          <a:graphicData uri="http://schemas.openxmlformats.org/drawingml/2006/table">
            <a:tbl>
              <a:tblPr/>
              <a:tblGrid>
                <a:gridCol w="1524000"/>
                <a:gridCol w="8001000"/>
                <a:gridCol w="171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전체가 아니라 바뀐 키만 돌려준다. 실행 루프가 형식을 검사한 뒤 반영한다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갈 노드를 정하지 않는다. 다음 노드는 에지가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모델과 도구는 노드 안에서 쓰는 API(A.2)로만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재개나 장애 후 복구 때 처음부터 다시 실행될 수 있다. 그래서 대기 노드에는 기다리는 일만 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3.4.4절, 4.3.2절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끝난 뒤 State를 보고 다음 노드의 이름을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targets에 선언한 이름만 돌려준다. 그 밖의 이름을 돌려주면 run이 실패한다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3.8.3절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 설정 파일로 정의하는 경우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workflow를 코드 대신 설정 파일로 정의하면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결정(3.2)은 코드. 같은 실행 엔진 위에서 정의 방식만 바꾸는 변형이며, 통제 규칙(확인 노드, 필수 미들웨어)은 같다</a:t>
            </a:r>
            <a:endParaRPr lang="en-US" sz="14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600200"/>
          <a:ext cx="11239500" cy="2381250"/>
        </p:xfrm>
        <a:graphic>
          <a:graphicData uri="http://schemas.openxmlformats.org/drawingml/2006/table">
            <a:tbl>
              <a:tblPr/>
              <a:tblGrid>
                <a:gridCol w="1428750"/>
                <a:gridCol w="3143250"/>
                <a:gridCol w="6667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코드(본문의 결정)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같은가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compile이 명세를 뽑는다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로더가 설정 파일을 읽어 같은 모양의 명세를 만든다. 정적 검증, 실행 루프, 체크포인트, 미들웨어, 저장소는 그대로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넘긴다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작성해 이름으로 등록하고, 설정 파일은 그 이름만 가리킨다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함수와 값 매핑 둘 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매핑만. 복잡한 조건은 앞 노드가 State 키 하나에 적는다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흐름을 고치는 사람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개발자가 아닌 사람도 가능. 노드 함수가 그대로면 코드 배포 없이 새 버전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함정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조건과 변환을 넣고 싶어지며 작은 언어가 생긴다. 로더가 계산 식을 거부해야 한다(3.2)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쓰는가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개발자이고 노드 안 계산이 많을 때(기본)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흐름만 자주 바뀌고 노드는 안정적일 때. 두 방식을 함께 써도 실행 엔진은 구분하지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